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94360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94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SK Networks Family AI Camp | 3차 단위 프로젝트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프로젝트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기획서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LLM · RAG · Fine-tuning · Multi-agent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333756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90점 이상 TOP 4 주제 종합 분석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가용성 검증 완료  |  기존 캠프 3rd 미존재 주제  |  4명 팀 역할 분배 포함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4297680"/>
            <a:ext cx="1417320" cy="64008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42976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점수 / 91.5점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기준 및 검토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9659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차별성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캠프 3rd 레포에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없는 주제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86868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868680"/>
            <a:ext cx="19659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868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깊이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2618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176479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RAG·파인튜닝·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총동원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868680"/>
            <a:ext cx="19659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868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임팩트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2618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176479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라이브 데모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즉각 반응 가능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868680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868680"/>
            <a:ext cx="19659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868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실현 가능성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12618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20점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12280" y="176479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 내 완성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즉시 확보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88036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880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17개 후보 주제 검토  →  데이터 가용성 + 기술 차별성 기준으로 90점 이상 4개 선별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56616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566160"/>
            <a:ext cx="19659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566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3931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95점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65760" y="4343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 실시간 경기 해설 AI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14600" y="356616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3566160"/>
            <a:ext cx="1965960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3566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514600" y="3931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92점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2514600" y="4343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패치 여론 분석 &amp; 메타 예측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56616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566160"/>
            <a:ext cx="1965960" cy="320040"/>
          </a:xfrm>
          <a:prstGeom prst="rect">
            <a:avLst/>
          </a:prstGeom>
          <a:solidFill>
            <a:srgbClr val="C2824A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566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3위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663440" y="3931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93점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4663440" y="4343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 GraphRAG 세계관 챗봇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12280" y="356616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12280" y="3566160"/>
            <a:ext cx="196596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3566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4위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12280" y="39319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90점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6812280" y="4343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취업 올인원 플랫폼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658368" cy="420624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 실시간 경기 해설 AI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06640" y="1828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182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95점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4297680" cy="1298448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14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234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Riot API로 실시간 경기 데이터 수집 → LLM이 교전 상황·골드 격차·오브젝트 타이밍을 자연어 해설로 실시간 생성. LCK 해설가 스크립트 파인튜닝으로 말투·템포까지 학습.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297680" cy="2578608"/>
          </a:xfrm>
          <a:prstGeom prst="rect">
            <a:avLst/>
          </a:prstGeom>
          <a:solidFill>
            <a:srgbClr val="13223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317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69748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89888" y="269748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Riot API (Live Client + Match Timeline) — 공식 무료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099816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99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89888" y="3099816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LCK 유튜브 자막 → EXAONE 3.5 LoRA 파인튜닝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50215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502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89888" y="350215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이벤트 트리거 → 스트리밍 해설 출력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90448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904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89888" y="3904488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품질 지표 + 실제 해설 유사도 측정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" y="4306824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306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89888" y="4306824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실시간 해설 대시보드 라이브 시연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914400"/>
            <a:ext cx="4114800" cy="1783080"/>
          </a:xfrm>
          <a:prstGeom prst="rect">
            <a:avLst/>
          </a:prstGeom>
          <a:solidFill>
            <a:srgbClr val="13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핵심 차별화 포인트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기존 캠프 3rd 전무 — 동적 실시간 이벤트 처리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15819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Riot API 공식 무료, 당일 발급 가능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19019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파인튜닝 데이터: LCK 자막 수만 건 무료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2221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발표 데모: 라이브 게임으로 실시간 해설 출력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2834640"/>
            <a:ext cx="4114800" cy="2057400"/>
          </a:xfrm>
          <a:prstGeom prst="rect">
            <a:avLst/>
          </a:prstGeom>
          <a:solidFill>
            <a:srgbClr val="13223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834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4명 팀 역할 분배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3227832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84648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엔지니어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3200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Riot API 연동, 자막 크롤링·전처리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363016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630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84648" y="36027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엔지니어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0" y="360273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EXAONE LoRA 파인튜닝, 프롬프트 설계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403250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4032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84648" y="4005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83680" y="400507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파이프라인, FastAPI 서버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46320" y="4434840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84648" y="44074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프론트·발표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583680" y="44074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대시보드, 데모·발표 자료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658368" cy="420624"/>
          </a:xfrm>
          <a:prstGeom prst="roundRect">
            <a:avLst>
              <a:gd name="adj" fmla="val 17391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패치 여론 분석 &amp; 메타 예측 AI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06640" y="1828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182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92점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흐름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155448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98448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패치노트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파싱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1463040"/>
            <a:ext cx="164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993392" y="1298448"/>
            <a:ext cx="1554480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1298448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 반응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47872" y="1463040"/>
            <a:ext cx="164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12464" y="1298448"/>
            <a:ext cx="155448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298448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챔피언 픽률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 추출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66944" y="1463040"/>
            <a:ext cx="164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31536" y="1298448"/>
            <a:ext cx="1554480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298448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예측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추론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86016" y="1463040"/>
            <a:ext cx="164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50608" y="1298448"/>
            <a:ext cx="155448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1298448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212848"/>
            <a:ext cx="4160520" cy="2697480"/>
          </a:xfrm>
          <a:prstGeom prst="rect">
            <a:avLst/>
          </a:prstGeom>
          <a:solidFill>
            <a:srgbClr val="13223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2128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소스 (전부 무료)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" y="2660904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" y="26243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패치노트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76272" y="26243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파싱, LoL·배그·Valorant 전버전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" y="309067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" y="305409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API (PRAW)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176272" y="305409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r/leagueoflegends 패치 스레드 댓글 수십만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" y="3520440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" y="34838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인벤·루리웹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176272" y="348386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크롤링, 한국어 반응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" y="395020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950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4944" y="39136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OP.GG 픽률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176272" y="391363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챔피언별 시계열 픽률 크롤링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" y="4379976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379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4944" y="4343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Dragon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176272" y="43434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챔피언 스탯 공식 JSON, CDN 무료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17720" y="2212848"/>
            <a:ext cx="4251960" cy="1481328"/>
          </a:xfrm>
          <a:prstGeom prst="rect">
            <a:avLst/>
          </a:prstGeom>
          <a:solidFill>
            <a:srgbClr val="1322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22128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핵심 차별화 포인트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09160" y="260604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패치노트 파싱 + 감성 + 메타 예측 파이프라인 세계 최초 수준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09160" y="295351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LoL·배그·Valorant 전 게임 적용 가능 구조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09160" y="330098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발표 데모: 최신 패치 입력 → 메타 예측 TOP 5 출력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17720" y="3794760"/>
            <a:ext cx="4251960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37947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4명 팀 역할 분배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709160" y="416052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26280" y="44988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733288" y="416052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33288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550408" y="44988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감성분석·파인튜닝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757416" y="416052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57416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574536" y="44988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모델·백엔드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781544" y="416052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81544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598664" y="44988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시각화·발표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2824A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658368" cy="420624"/>
          </a:xfrm>
          <a:prstGeom prst="roundRect">
            <a:avLst>
              <a:gd name="adj" fmla="val 17391"/>
            </a:avLst>
          </a:prstGeom>
          <a:solidFill>
            <a:srgbClr val="C2824A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 GraphRAG 세계관 챗봇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06640" y="1828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C2824A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182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93점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RAG vs GraphRAG 비교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1828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61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261872"/>
            <a:ext cx="32004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261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RAG (기존)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1261872"/>
            <a:ext cx="32004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261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(우리 시스템)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645920"/>
            <a:ext cx="1828800" cy="338328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645920"/>
            <a:ext cx="16824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방식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1645920"/>
            <a:ext cx="3200400" cy="338328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7712" y="1645920"/>
            <a:ext cx="30540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청크 단위 벡터 유사도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1645920"/>
            <a:ext cx="3200400" cy="338328"/>
          </a:xfrm>
          <a:prstGeom prst="rect">
            <a:avLst/>
          </a:prstGeom>
          <a:solidFill>
            <a:srgbClr val="0C23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13832" y="1645920"/>
            <a:ext cx="30540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그래프 관계 탐색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011680"/>
            <a:ext cx="1828800" cy="338328"/>
          </a:xfrm>
          <a:prstGeom prst="rect">
            <a:avLst/>
          </a:prstGeom>
          <a:solidFill>
            <a:srgbClr val="0D1F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011680"/>
            <a:ext cx="16824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질문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94560" y="2011680"/>
            <a:ext cx="3200400" cy="338328"/>
          </a:xfrm>
          <a:prstGeom prst="rect">
            <a:avLst/>
          </a:prstGeom>
          <a:solidFill>
            <a:srgbClr val="0D1F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67712" y="2011680"/>
            <a:ext cx="30540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어렵거나 부정확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2011680"/>
            <a:ext cx="3200400" cy="338328"/>
          </a:xfrm>
          <a:prstGeom prst="rect">
            <a:avLst/>
          </a:prstGeom>
          <a:solidFill>
            <a:srgbClr val="0C23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13832" y="2011680"/>
            <a:ext cx="30540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챔피언 관계 정확히 처리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377440"/>
            <a:ext cx="1828800" cy="338328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377440"/>
            <a:ext cx="16824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구조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94560" y="2377440"/>
            <a:ext cx="3200400" cy="338328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67712" y="2377440"/>
            <a:ext cx="30540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평면적 텍스트 청크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40680" y="2377440"/>
            <a:ext cx="3200400" cy="338328"/>
          </a:xfrm>
          <a:prstGeom prst="rect">
            <a:avLst/>
          </a:prstGeom>
          <a:solidFill>
            <a:srgbClr val="0C23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377440"/>
            <a:ext cx="30540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노드-엣지 그래프 구조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743200"/>
            <a:ext cx="1828800" cy="338328"/>
          </a:xfrm>
          <a:prstGeom prst="rect">
            <a:avLst/>
          </a:prstGeom>
          <a:solidFill>
            <a:srgbClr val="0D1F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743200"/>
            <a:ext cx="16824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캠프 희귀성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94560" y="2743200"/>
            <a:ext cx="3200400" cy="338328"/>
          </a:xfrm>
          <a:prstGeom prst="rect">
            <a:avLst/>
          </a:prstGeom>
          <a:solidFill>
            <a:srgbClr val="0D1F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67712" y="2743200"/>
            <a:ext cx="30540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 구현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40680" y="2743200"/>
            <a:ext cx="3200400" cy="338328"/>
          </a:xfrm>
          <a:prstGeom prst="rect">
            <a:avLst/>
          </a:prstGeom>
          <a:solidFill>
            <a:srgbClr val="0C23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743200"/>
            <a:ext cx="30540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전체 유일 구현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154680"/>
            <a:ext cx="2743200" cy="1755648"/>
          </a:xfrm>
          <a:prstGeom prst="rect">
            <a:avLst/>
          </a:prstGeom>
          <a:solidFill>
            <a:srgbClr val="13223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소스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4048" y="35204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Dragon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46304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Riot 공식 JSON — 무료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84048" y="3959352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LoL Wiki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463040" y="39593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챔피언 관계·세력 크롤링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84048" y="4398264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나무위키 LoL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463040" y="43982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세계관 텍스트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0" y="3154680"/>
            <a:ext cx="2743200" cy="1755648"/>
          </a:xfrm>
          <a:prstGeom prst="rect">
            <a:avLst/>
          </a:prstGeom>
          <a:solidFill>
            <a:srgbClr val="132238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차별화 포인트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9184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캠프 전체 유일 GraphRAG 구현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91840" y="39227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"아리-럭스 연결고리?" 정확 답변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91840" y="4325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기존 RAG보다 관계 질문 30%+ 정확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91840" y="4727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이미 설계 경험 보유 — 출발 빠름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26480" y="3154680"/>
            <a:ext cx="2743200" cy="1755648"/>
          </a:xfrm>
          <a:prstGeom prst="rect">
            <a:avLst/>
          </a:prstGeom>
          <a:solidFill>
            <a:srgbClr val="13223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4명 팀 역할 분배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199632" y="3566160"/>
            <a:ext cx="237744" cy="237744"/>
          </a:xfrm>
          <a:prstGeom prst="ellipse">
            <a:avLst/>
          </a:prstGeom>
          <a:solidFill>
            <a:srgbClr val="C2824A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99632" y="3566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92240" y="3520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516368" y="3520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크롤링·그래프 구축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99632" y="3968496"/>
            <a:ext cx="237744" cy="237744"/>
          </a:xfrm>
          <a:prstGeom prst="ellipse">
            <a:avLst/>
          </a:prstGeom>
          <a:solidFill>
            <a:srgbClr val="C2824A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99632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92240" y="39227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516368" y="392277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파이프라인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99632" y="4370832"/>
            <a:ext cx="237744" cy="237744"/>
          </a:xfrm>
          <a:prstGeom prst="ellipse">
            <a:avLst/>
          </a:prstGeom>
          <a:solidFill>
            <a:srgbClr val="C2824A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99632" y="4370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92240" y="43251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516368" y="43251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API·LangGraph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99632" y="4773168"/>
            <a:ext cx="237744" cy="237744"/>
          </a:xfrm>
          <a:prstGeom prst="ellipse">
            <a:avLst/>
          </a:prstGeom>
          <a:solidFill>
            <a:srgbClr val="C2824A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99632" y="4773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492240" y="47274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UI·발표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516368" y="47274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 UI·데모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64592"/>
            <a:ext cx="658368" cy="420624"/>
          </a:xfrm>
          <a:prstGeom prst="roundRect">
            <a:avLst>
              <a:gd name="adj" fmla="val 1739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64592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취업 올인원 플랫폼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06640" y="1828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182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90점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사이클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1280160"/>
            <a:ext cx="1920240" cy="105156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29844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" y="174650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자소서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첨삭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" y="2075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약점 분석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제안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12848" y="15544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468880" y="1280160"/>
            <a:ext cx="1920240" cy="105156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29844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174650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채용공고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매칭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2075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공고 자동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분석·추천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0" y="15544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45152" y="1280160"/>
            <a:ext cx="1920240" cy="105156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129844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45152" y="174650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 질문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생성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45152" y="2075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질문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65392" y="15544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821424" y="1280160"/>
            <a:ext cx="1920240" cy="105156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71232" y="129844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1232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21424" y="174650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모의 면접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21424" y="2075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평가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487168"/>
            <a:ext cx="2697480" cy="2423160"/>
          </a:xfrm>
          <a:prstGeom prst="rect">
            <a:avLst/>
          </a:prstGeom>
          <a:solidFill>
            <a:srgbClr val="13223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4871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2852928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8529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325880" y="28529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파이프라인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" y="3255264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2552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325880" y="32552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채용공고 벡터 DB 검색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84048" y="3657600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657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325880" y="36576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자소서 특화 EXAONE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" y="4059936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405993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325880" y="40599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 수치화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84048" y="4462272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462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325880" y="44622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서버 + Streamlit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154680" y="2487168"/>
            <a:ext cx="2834640" cy="242316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54680" y="2487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핵심 차별화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246120" y="28529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팀원 전원 공감 — 취준생 공감대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46120" y="32552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자소서 단독 챗봇(기존)과 달리 올인원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246120" y="3657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RAG·파인튜닝·멀티에이전트 전부 활용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246120" y="40599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발표: '저도 이거 써봤어요' 임팩트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246120" y="44622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데이터: 사람인·잡코리아 크롤링 가능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72200" y="2487168"/>
            <a:ext cx="2697480" cy="2423160"/>
          </a:xfrm>
          <a:prstGeom prst="rect">
            <a:avLst/>
          </a:prstGeom>
          <a:solidFill>
            <a:srgbClr val="13223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72200" y="24871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4명 팀 역할 분배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263640" y="289864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6364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583680" y="28529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파이프라인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583680" y="3035808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채용공고 벡터화·검색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63640" y="3374136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6364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583680" y="3328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파인튜닝·모델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583680" y="3511296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자소서 특화 모델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63640" y="384962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63640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583680" y="38039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API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583680" y="3986784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LangGraph·FastAPI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263640" y="4325112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63640" y="4325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583680" y="42793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프론트·발표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583680" y="446227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UI·데모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가용성 검증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202996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029968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 실시간 해설 AI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1325880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190195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등급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184708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" y="2331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230428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Riot API (Live Client) — 무료·당일발급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" y="28803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285292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Timeline API — 과거경기 전부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" y="34290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340156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LCK 유튜브 자막 — 무료 추출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177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가능 확인 완료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41448" y="822960"/>
            <a:ext cx="202996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41448" y="822960"/>
            <a:ext cx="2029968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82296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패치 여론 분석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41448" y="1325880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92점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441448" y="190195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등급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32888" y="2212848"/>
            <a:ext cx="184708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1176" y="2331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0632" y="230428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패치노트 HTML — 전버전 무료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51176" y="28803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0632" y="285292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PRAW API — 댓글 수십만건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51176" y="34290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70632" y="340156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인벤·OP.GG — 크롤링 가능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70048" y="4617720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0048" y="46177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가능 확인 완료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54296" y="822960"/>
            <a:ext cx="202996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82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54296" y="822960"/>
            <a:ext cx="2029968" cy="420624"/>
          </a:xfrm>
          <a:prstGeom prst="rect">
            <a:avLst/>
          </a:prstGeom>
          <a:solidFill>
            <a:srgbClr val="C2824A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54296" y="82296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 GraphRAG 챗봇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54296" y="1325880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2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90점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654296" y="190195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등급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45736" y="2212848"/>
            <a:ext cx="184708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64024" y="2331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230428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Dragon JSON — CDN 무료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64024" y="28803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285292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 Wiki 크롤링 — 1~2일 파싱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64024" y="34290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40156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나무위키 LoL — 한국어 보완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82896" y="4617720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C2824A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2896" y="46177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가능 확인 완료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67144" y="822960"/>
            <a:ext cx="202996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67144" y="822960"/>
            <a:ext cx="2029968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67144" y="82296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취업 올인원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67144" y="1325880"/>
            <a:ext cx="2029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82점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6867144" y="190195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등급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58584" y="2212848"/>
            <a:ext cx="1847088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76872" y="2331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96328" y="230428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사람인·잡코리아 크롤링 가능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76872" y="28803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96328" y="285292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자소서 공개 샘플 수집 가능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976872" y="34290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96328" y="3401568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확인 후 수집 필요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095744" y="4617720"/>
            <a:ext cx="1572768" cy="256032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95744" y="46177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가능 확인 완료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결론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성향에 따른 맞춤 추천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069080" cy="1572768"/>
          </a:xfrm>
          <a:prstGeom prst="rect">
            <a:avLst/>
          </a:prstGeom>
          <a:solidFill>
            <a:srgbClr val="13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40690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좋아하고 기술 차별화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6733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 실시간 해설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618488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4048" y="2103120"/>
            <a:ext cx="3858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Riot API + 파인튜닝 + 실시간 스트리밍 — 캠프 전체 유일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325880"/>
            <a:ext cx="4069080" cy="1572768"/>
          </a:xfrm>
          <a:prstGeom prst="rect">
            <a:avLst/>
          </a:prstGeom>
          <a:solidFill>
            <a:srgbClr val="13223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325880"/>
            <a:ext cx="4069080" cy="2926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3258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 강점·안전한 선택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27448" y="16733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패치 여론 분석 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0" y="1618488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27448" y="2103120"/>
            <a:ext cx="3858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풍부·시각화 발표 강점, LoL·배그·Valorant 전부 가능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44952"/>
            <a:ext cx="4069080" cy="1572768"/>
          </a:xfrm>
          <a:prstGeom prst="rect">
            <a:avLst/>
          </a:prstGeom>
          <a:solidFill>
            <a:srgbClr val="132238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44952"/>
            <a:ext cx="4069080" cy="292608"/>
          </a:xfrm>
          <a:prstGeom prst="rect">
            <a:avLst/>
          </a:prstGeom>
          <a:solidFill>
            <a:srgbClr val="C2824A"/>
          </a:solidFill>
          <a:ln w="12700">
            <a:solidFill>
              <a:srgbClr val="C28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449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도전 원함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33924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 GraphRAG 챗봇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0440" y="333756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4048" y="3822192"/>
            <a:ext cx="3858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캠프 전체 유일 GraphRAG, 이미 설계 경험 보유로 빠른 출발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3044952"/>
            <a:ext cx="4069080" cy="1572768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044952"/>
            <a:ext cx="40690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0449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취준 공감대로 설득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27448" y="33924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취업 올인원 플랫폼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63840" y="333756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727448" y="3822192"/>
            <a:ext cx="3858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 전원 공감, Multi-agent 올인원으로 기존 챗봇과 차별화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645152"/>
            <a:ext cx="8595360" cy="36576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645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주제 공통 강점  |  공식 API·공공 데이터 당일 수집  ·  기존 3rd 레포 미존재  ·  RAG+파인튜닝+평가지표 수업 기술 총동원  ·  4주 실현 가능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프로젝트 기획서</dc:title>
  <dc:subject>PptxGenJS Presentation</dc:subject>
  <dc:creator>PptxGenJS</dc:creator>
  <cp:lastModifiedBy>PptxGenJS</cp:lastModifiedBy>
  <cp:revision>1</cp:revision>
  <dcterms:created xsi:type="dcterms:W3CDTF">2026-06-08T08:10:29Z</dcterms:created>
  <dcterms:modified xsi:type="dcterms:W3CDTF">2026-06-08T08:10:29Z</dcterms:modified>
</cp:coreProperties>
</file>